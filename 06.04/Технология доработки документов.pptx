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86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08C971-49ED-87A3-0F73-97F79A33E9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E88761B-F066-73A6-8C06-D47EDDFBAA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DD91E2-AA1D-4561-57D3-1DDC795CE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3E0CF-8DAD-43FB-BFFF-520C476F8B45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730068-05E5-0628-608F-7DF26992F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D3B73E5-F9C1-EA0D-E347-D0AFBB005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C7B28-9309-4693-B874-7684CF3D4D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2187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392264-6D7F-4206-8F3D-259F11CFE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C6F355-2DD3-DAD6-6140-6062EEBA2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135DC4-26D4-A217-3990-1DC10DBE7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3E0CF-8DAD-43FB-BFFF-520C476F8B45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241478-C24E-CA9E-9EF7-ED71A1FE4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F90E99-FF9B-282D-5677-AC28D81A9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C7B28-9309-4693-B874-7684CF3D4D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0882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69F20D-30DD-2263-2915-005E2DFCC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D6C0901-38BB-A99B-A030-24F252F9B6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E216A0-DA78-5221-4AF6-411337B33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3E0CF-8DAD-43FB-BFFF-520C476F8B45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EE46ED-345E-C963-3753-9F3674064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74095F-6A84-6658-5E8F-6617A40E3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C7B28-9309-4693-B874-7684CF3D4D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3680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41FC15-9808-2CE4-F2F3-91D2D4401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242B6A-8E41-5849-F092-CD65FD82C0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8277846-EB52-933C-0EDF-71DD636A3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EBDF27-9251-5F51-7073-E76DFC3A5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3E0CF-8DAD-43FB-BFFF-520C476F8B45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3DF6FF-5C6B-1901-71BE-3A35195E3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A43422E-242C-56CC-9DE9-7B39EF6C7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C7B28-9309-4693-B874-7684CF3D4D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6828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574548-2A3B-3DED-C9B4-86259F3CE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6338E3-7D52-0A1F-55FB-1B9DED181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447B4E9-17D8-CD8D-9DDB-4EE0FBF0D0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87AFF11-3946-193B-159E-9F0A4E88AF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343D1DD-27E9-4588-D668-39D06A2F7F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13E8EAE-0312-60F7-9943-0C785C643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3E0CF-8DAD-43FB-BFFF-520C476F8B45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E525443-391E-7185-A001-EAB02C23A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816F95C-64B2-CF34-2688-80B3B4AAA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C7B28-9309-4693-B874-7684CF3D4D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9419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539B16-544E-67AE-E73A-C9071AD2F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1EBF68B-220B-5586-C1C1-7A03FC7E1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3E0CF-8DAD-43FB-BFFF-520C476F8B45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62FCE55-B40D-2E90-CD9F-E7ABE0134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08EA10F-9EFD-77BE-F890-6CC41B7E4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C7B28-9309-4693-B874-7684CF3D4D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6830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E1C38B9-9011-04F3-8011-A120FA775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3E0CF-8DAD-43FB-BFFF-520C476F8B45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52FB72E-5462-51F1-F62A-4F413DE9E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D781B83-5CA1-DB4C-2C0C-687D44226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C7B28-9309-4693-B874-7684CF3D4D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8697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9B4164-BFB7-E412-88B9-0151ECD00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93A320-E857-91AD-6745-199ADFC95C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702BCEB-0C8D-199C-E126-1DF060DBBF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9E80334-3827-8777-21A4-D6FBB66F8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3E0CF-8DAD-43FB-BFFF-520C476F8B45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9862FC7-FEEE-E841-91C6-E909FE649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F611F7A-F7C1-FE0D-EC8E-FC24ED63F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C7B28-9309-4693-B874-7684CF3D4D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8573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6D4285-A5F7-948C-E91A-C5AE2143F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2529192-4574-940C-0DC4-51325C8BAA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D773504-A4A2-4E17-6A2E-6FEFC0AF58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11B6957-577D-2A75-FC4F-5D84A91A2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3E0CF-8DAD-43FB-BFFF-520C476F8B45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96178E-1E28-BFB2-6D41-43E76A44B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0AC0D53-085A-27C9-E080-F6EC89F39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C7B28-9309-4693-B874-7684CF3D4D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373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27F96D-6AA1-1D4D-18C5-86DE21D40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45E1E03-1AF6-17C6-F21A-B092F47BBB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903424-5532-2AEC-322F-7869D77A2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3E0CF-8DAD-43FB-BFFF-520C476F8B45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19C7A3-4BB8-7F95-6FAE-95CD7254D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7F3C832-C22D-5BCD-6F01-FE7A40121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C7B28-9309-4693-B874-7684CF3D4D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3472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E3DE960-3D7B-04F5-B382-41FA0A71EE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34EBC00-03DE-E1B8-9324-CBFF14C37C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84CE4E-F3CE-13C3-D758-9DCF9237A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3E0CF-8DAD-43FB-BFFF-520C476F8B45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D7CCD25-F549-9E38-4454-28AD3C086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88C924-6CFE-6272-6C0E-2A5B41423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C7B28-9309-4693-B874-7684CF3D4D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3715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E35835-5C01-73CF-26E3-0C3830C63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11DD400-8070-094F-B071-858B67FE8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2A7BDF-7BD9-16F3-657A-4A36EA89C4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C3E0CF-8DAD-43FB-BFFF-520C476F8B45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CE7F3FE-2C82-BC87-55ED-4DF3189300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383FEE-A47F-0726-5F0A-58E4118A4F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2C7B28-9309-4693-B874-7684CF3D4D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071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plantuml.com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19D2D6-A01C-45F3-F7EE-E0CD3CB284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/>
              <a:t>Технология доработки документов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26B8954-76F9-1B47-5A1B-EF30473101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Этап: Подготовка второй версии</a:t>
            </a:r>
          </a:p>
          <a:p>
            <a:r>
              <a:rPr lang="ru-RU" dirty="0"/>
              <a:t>Инструменты: </a:t>
            </a:r>
            <a:r>
              <a:rPr lang="ru-RU" dirty="0" err="1"/>
              <a:t>DeepSeek</a:t>
            </a:r>
            <a:r>
              <a:rPr lang="ru-RU" dirty="0"/>
              <a:t>, </a:t>
            </a:r>
            <a:r>
              <a:rPr lang="ru-RU" dirty="0" err="1"/>
              <a:t>PlantUML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4412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73F165-570C-7D41-8EC8-EE7815EC3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Шаг 1 — Загрузка исходных материалов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82BF77-028A-E11E-E2A6-4BA4F5F8D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Действие:</a:t>
            </a:r>
            <a:r>
              <a:rPr lang="ru-RU" dirty="0"/>
              <a:t> Вставили в диалог с </a:t>
            </a:r>
            <a:r>
              <a:rPr lang="ru-RU" dirty="0" err="1"/>
              <a:t>DeepSeek</a:t>
            </a:r>
            <a:r>
              <a:rPr lang="ru-RU" dirty="0"/>
              <a:t> первую версию документов</a:t>
            </a:r>
          </a:p>
          <a:p>
            <a:pPr marL="0" indent="0">
              <a:buNone/>
            </a:pPr>
            <a:r>
              <a:rPr lang="ru-RU" b="1" dirty="0"/>
              <a:t>Результат:</a:t>
            </a:r>
            <a:r>
              <a:rPr lang="ru-RU" dirty="0"/>
              <a:t> ИИ получил базовый контекст для работы</a:t>
            </a:r>
          </a:p>
          <a:p>
            <a:pPr marL="0" indent="0">
              <a:buNone/>
            </a:pPr>
            <a:r>
              <a:rPr lang="ru-RU" b="1" dirty="0"/>
              <a:t>Комментарий:</a:t>
            </a:r>
            <a:r>
              <a:rPr lang="ru-RU" dirty="0"/>
              <a:t> Важно загружать документы целиком, сохраняя структуру</a:t>
            </a:r>
          </a:p>
        </p:txBody>
      </p:sp>
    </p:spTree>
    <p:extLst>
      <p:ext uri="{BB962C8B-B14F-4D97-AF65-F5344CB8AC3E}">
        <p14:creationId xmlns:p14="http://schemas.microsoft.com/office/powerpoint/2010/main" val="1457450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CAC37F-3761-38EF-4B72-8031BD987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Шаг 2 — Загрузка контрольных материалов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0C69A3-7B6D-E21A-8C67-E9BBFCA1C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Действие:</a:t>
            </a:r>
            <a:r>
              <a:rPr lang="ru-RU" dirty="0"/>
              <a:t> Вставили в диалог документы с рецензией и методикой доработки</a:t>
            </a:r>
            <a:br>
              <a:rPr lang="ru-RU" dirty="0"/>
            </a:br>
            <a:r>
              <a:rPr lang="ru-RU" b="1" dirty="0"/>
              <a:t>Результат:</a:t>
            </a:r>
            <a:r>
              <a:rPr lang="ru-RU" dirty="0"/>
              <a:t> ИИ ознакомлен с требованиями к изменениям</a:t>
            </a:r>
            <a:br>
              <a:rPr lang="ru-RU" dirty="0"/>
            </a:br>
            <a:r>
              <a:rPr lang="ru-RU" b="1" dirty="0"/>
              <a:t>Комментарий:</a:t>
            </a:r>
            <a:r>
              <a:rPr lang="ru-RU" dirty="0"/>
              <a:t> Рецензия указывает на ошибки, методика — как именно исправлять</a:t>
            </a:r>
          </a:p>
        </p:txBody>
      </p:sp>
    </p:spTree>
    <p:extLst>
      <p:ext uri="{BB962C8B-B14F-4D97-AF65-F5344CB8AC3E}">
        <p14:creationId xmlns:p14="http://schemas.microsoft.com/office/powerpoint/2010/main" val="918745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D5538-2322-0B10-D9FC-D3D672736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0D2D9A-D133-DF05-82C6-70B25C061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Шаг 3 — Формулировка целевого запроса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7790FE-E468-25AD-3D21-2A370DB11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Действие:</a:t>
            </a:r>
            <a:r>
              <a:rPr lang="ru-RU" dirty="0"/>
              <a:t> Написали запрос:</a:t>
            </a:r>
          </a:p>
          <a:p>
            <a:pPr marL="0" indent="0">
              <a:buNone/>
            </a:pPr>
            <a:r>
              <a:rPr lang="ru-RU" i="1" dirty="0"/>
              <a:t>«На основании рецензии и методики доработки исправь и дополни документы первой версии»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Результат:</a:t>
            </a:r>
            <a:r>
              <a:rPr lang="ru-RU" dirty="0"/>
              <a:t> ИИ запустил процесс комплексной доработки</a:t>
            </a:r>
            <a:br>
              <a:rPr lang="ru-RU" dirty="0"/>
            </a:br>
            <a:r>
              <a:rPr lang="ru-RU" b="1" dirty="0"/>
              <a:t>Важно:</a:t>
            </a:r>
            <a:r>
              <a:rPr lang="ru-RU" dirty="0"/>
              <a:t> Запрос связывает все три входящих документа в единое задание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075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B09E2-6D30-036F-1A45-8553B8A56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2540E5-69A6-66B2-DF82-A982C2BDB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Шаг 4 — Контрольная вычитка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6BC500-87CA-045C-70EC-9C7DA2E21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Действие:</a:t>
            </a:r>
            <a:r>
              <a:rPr lang="ru-RU" dirty="0"/>
              <a:t> Вычитали получившиеся документы</a:t>
            </a:r>
            <a:br>
              <a:rPr lang="ru-RU" dirty="0"/>
            </a:br>
            <a:r>
              <a:rPr lang="ru-RU" b="1" dirty="0"/>
              <a:t>Цель:</a:t>
            </a:r>
            <a:r>
              <a:rPr lang="ru-RU" dirty="0"/>
              <a:t> Проверить логику, фактические данные и соответствие методике</a:t>
            </a:r>
            <a:br>
              <a:rPr lang="ru-RU" dirty="0"/>
            </a:br>
            <a:r>
              <a:rPr lang="ru-RU" b="1" dirty="0"/>
              <a:t>Результат:</a:t>
            </a:r>
            <a:r>
              <a:rPr lang="ru-RU" dirty="0"/>
              <a:t> Выявлены возможные неточности и места, требующие ручной правки</a:t>
            </a:r>
          </a:p>
        </p:txBody>
      </p:sp>
    </p:spTree>
    <p:extLst>
      <p:ext uri="{BB962C8B-B14F-4D97-AF65-F5344CB8AC3E}">
        <p14:creationId xmlns:p14="http://schemas.microsoft.com/office/powerpoint/2010/main" val="1826927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8F9D4-1C3A-DA5E-43CE-DC9EA9F3B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FC687F-57AA-2B95-BE4A-179698360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Шаг 5 — Визуализация диаграмм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37FE78-BC1D-1C9C-003C-63335DEE53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Действие:</a:t>
            </a:r>
            <a:r>
              <a:rPr lang="ru-RU" dirty="0"/>
              <a:t> Код диаграмм, сгенерированный ИИ, представили в виде изображений через редактор </a:t>
            </a:r>
            <a:r>
              <a:rPr lang="ru-RU" dirty="0">
                <a:hlinkClick r:id="rId2"/>
              </a:rPr>
              <a:t>plantuml.com</a:t>
            </a:r>
            <a:br>
              <a:rPr lang="ru-RU" dirty="0"/>
            </a:br>
            <a:r>
              <a:rPr lang="ru-RU" b="1" dirty="0"/>
              <a:t>Результат:</a:t>
            </a:r>
            <a:r>
              <a:rPr lang="ru-RU" dirty="0"/>
              <a:t> Получены готовые графические объекты (PNG/SVG)</a:t>
            </a:r>
            <a:br>
              <a:rPr lang="ru-RU" dirty="0"/>
            </a:br>
            <a:r>
              <a:rPr lang="ru-RU" b="1" dirty="0"/>
              <a:t>Пример кода:</a:t>
            </a:r>
            <a:endParaRPr lang="ru-RU" dirty="0"/>
          </a:p>
          <a:p>
            <a:pPr marL="0" indent="0" latinLnBrk="1">
              <a:buNone/>
            </a:pPr>
            <a:r>
              <a:rPr lang="ru-RU" dirty="0"/>
              <a:t>@startuml</a:t>
            </a:r>
          </a:p>
          <a:p>
            <a:pPr marL="0" indent="0" latinLnBrk="1">
              <a:buNone/>
            </a:pPr>
            <a:r>
              <a:rPr lang="ru-RU" dirty="0"/>
              <a:t>A -&gt; B: пример</a:t>
            </a:r>
          </a:p>
          <a:p>
            <a:pPr marL="0" indent="0" latinLnBrk="1">
              <a:buNone/>
            </a:pPr>
            <a:r>
              <a:rPr lang="ru-RU" dirty="0"/>
              <a:t>@enduml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5605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21557-851E-3FCD-CDE2-13DDFD2D0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768658-E94B-356E-F943-6F42D9FB7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Шаг 6 — Формирование второй версии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5C7B60-01CC-CEF7-1EFC-F85E3551E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Действие:</a:t>
            </a:r>
            <a:r>
              <a:rPr lang="ru-RU" dirty="0"/>
              <a:t> Составили вторую версию документов из:</a:t>
            </a:r>
          </a:p>
          <a:p>
            <a:r>
              <a:rPr lang="ru-RU" dirty="0"/>
              <a:t>исправленных текстов</a:t>
            </a:r>
          </a:p>
          <a:p>
            <a:r>
              <a:rPr lang="ru-RU" dirty="0"/>
              <a:t>поправленных вручную фрагментов</a:t>
            </a:r>
          </a:p>
          <a:p>
            <a:r>
              <a:rPr lang="ru-RU" dirty="0"/>
              <a:t>получившихся диаграмм</a:t>
            </a:r>
          </a:p>
          <a:p>
            <a:pPr marL="0" indent="0">
              <a:buNone/>
            </a:pPr>
            <a:r>
              <a:rPr lang="ru-RU" b="1" dirty="0"/>
              <a:t>Результат:</a:t>
            </a:r>
            <a:r>
              <a:rPr lang="ru-RU" dirty="0"/>
              <a:t> Итоговый пакет документов версии 2.0, готовый к использованию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36520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0452D-A89F-F739-1486-6C1DC8F20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A70772-54A6-E635-5848-270B642D9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Итоговая схема процесса</a:t>
            </a:r>
            <a:endParaRPr lang="ru-RU" b="1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C164E34-F873-2C0D-1EED-2D2EE1B169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252973"/>
            <a:ext cx="10515600" cy="149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66259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244</Words>
  <Application>Microsoft Office PowerPoint</Application>
  <PresentationFormat>Широкоэкранный</PresentationFormat>
  <Paragraphs>27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Тема Office</vt:lpstr>
      <vt:lpstr>Технология доработки документов</vt:lpstr>
      <vt:lpstr>Шаг 1 — Загрузка исходных материалов</vt:lpstr>
      <vt:lpstr>Шаг 2 — Загрузка контрольных материалов</vt:lpstr>
      <vt:lpstr>Шаг 3 — Формулировка целевого запроса</vt:lpstr>
      <vt:lpstr>Шаг 4 — Контрольная вычитка</vt:lpstr>
      <vt:lpstr>Шаг 5 — Визуализация диаграмм</vt:lpstr>
      <vt:lpstr>Шаг 6 — Формирование второй версии</vt:lpstr>
      <vt:lpstr>Итоговая схема процесса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Московцев</dc:creator>
  <cp:lastModifiedBy>Алексей Московцев</cp:lastModifiedBy>
  <cp:revision>1</cp:revision>
  <dcterms:created xsi:type="dcterms:W3CDTF">2026-04-06T14:35:16Z</dcterms:created>
  <dcterms:modified xsi:type="dcterms:W3CDTF">2026-04-06T14:40:48Z</dcterms:modified>
</cp:coreProperties>
</file>